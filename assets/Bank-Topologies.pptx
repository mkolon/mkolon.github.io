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62" r:id="rId3"/>
    <p:sldId id="263" r:id="rId4"/>
    <p:sldId id="265" r:id="rId5"/>
    <p:sldId id="260" r:id="rId6"/>
    <p:sldId id="259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669364-6E9F-3B46-BC14-48F7B506E999}" v="3" dt="2026-10-16T18:04:53.6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8"/>
  </p:normalViewPr>
  <p:slideViewPr>
    <p:cSldViewPr snapToGrid="0">
      <p:cViewPr varScale="1">
        <p:scale>
          <a:sx n="119" d="100"/>
          <a:sy n="119" d="100"/>
        </p:scale>
        <p:origin x="3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71" d="100"/>
        <a:sy n="171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 Kolon" userId="23ffe71c-c649-46c6-9921-4f3dbcef114c" providerId="ADAL" clId="{32DA95FE-D28F-5133-8215-7E1EF71A87B9}"/>
    <pc:docChg chg="custSel delSld modSld sldOrd">
      <pc:chgData name="Matt Kolon" userId="23ffe71c-c649-46c6-9921-4f3dbcef114c" providerId="ADAL" clId="{32DA95FE-D28F-5133-8215-7E1EF71A87B9}" dt="2026-10-19T18:12:09.706" v="37" actId="20578"/>
      <pc:docMkLst>
        <pc:docMk/>
      </pc:docMkLst>
      <pc:sldChg chg="del">
        <pc:chgData name="Matt Kolon" userId="23ffe71c-c649-46c6-9921-4f3dbcef114c" providerId="ADAL" clId="{32DA95FE-D28F-5133-8215-7E1EF71A87B9}" dt="2026-10-19T18:10:30.119" v="34" actId="2696"/>
        <pc:sldMkLst>
          <pc:docMk/>
          <pc:sldMk cId="3353017649" sldId="256"/>
        </pc:sldMkLst>
      </pc:sldChg>
      <pc:sldChg chg="ord">
        <pc:chgData name="Matt Kolon" userId="23ffe71c-c649-46c6-9921-4f3dbcef114c" providerId="ADAL" clId="{32DA95FE-D28F-5133-8215-7E1EF71A87B9}" dt="2026-10-19T18:11:08.842" v="35" actId="20578"/>
        <pc:sldMkLst>
          <pc:docMk/>
          <pc:sldMk cId="686400930" sldId="257"/>
        </pc:sldMkLst>
      </pc:sldChg>
      <pc:sldChg chg="modSp mod ord">
        <pc:chgData name="Matt Kolon" userId="23ffe71c-c649-46c6-9921-4f3dbcef114c" providerId="ADAL" clId="{32DA95FE-D28F-5133-8215-7E1EF71A87B9}" dt="2026-10-19T16:30:40.958" v="26" actId="14100"/>
        <pc:sldMkLst>
          <pc:docMk/>
          <pc:sldMk cId="1523690309" sldId="258"/>
        </pc:sldMkLst>
        <pc:picChg chg="mod">
          <ac:chgData name="Matt Kolon" userId="23ffe71c-c649-46c6-9921-4f3dbcef114c" providerId="ADAL" clId="{32DA95FE-D28F-5133-8215-7E1EF71A87B9}" dt="2026-10-19T16:30:40.958" v="26" actId="14100"/>
          <ac:picMkLst>
            <pc:docMk/>
            <pc:sldMk cId="1523690309" sldId="258"/>
            <ac:picMk id="5" creationId="{A1A3684D-8B6F-8C56-F89F-74DCCC94049B}"/>
          </ac:picMkLst>
        </pc:picChg>
      </pc:sldChg>
      <pc:sldChg chg="modSp mod">
        <pc:chgData name="Matt Kolon" userId="23ffe71c-c649-46c6-9921-4f3dbcef114c" providerId="ADAL" clId="{32DA95FE-D28F-5133-8215-7E1EF71A87B9}" dt="2026-10-19T16:31:29.392" v="33" actId="1076"/>
        <pc:sldMkLst>
          <pc:docMk/>
          <pc:sldMk cId="1576314755" sldId="259"/>
        </pc:sldMkLst>
        <pc:picChg chg="mod">
          <ac:chgData name="Matt Kolon" userId="23ffe71c-c649-46c6-9921-4f3dbcef114c" providerId="ADAL" clId="{32DA95FE-D28F-5133-8215-7E1EF71A87B9}" dt="2026-10-19T16:31:29.392" v="33" actId="1076"/>
          <ac:picMkLst>
            <pc:docMk/>
            <pc:sldMk cId="1576314755" sldId="259"/>
            <ac:picMk id="5" creationId="{5B2CD4F4-DA11-1FAA-E408-6BA93390AAE1}"/>
          </ac:picMkLst>
        </pc:picChg>
      </pc:sldChg>
      <pc:sldChg chg="modSp mod">
        <pc:chgData name="Matt Kolon" userId="23ffe71c-c649-46c6-9921-4f3dbcef114c" providerId="ADAL" clId="{32DA95FE-D28F-5133-8215-7E1EF71A87B9}" dt="2026-10-19T16:31:05.059" v="29" actId="14100"/>
        <pc:sldMkLst>
          <pc:docMk/>
          <pc:sldMk cId="1384929238" sldId="260"/>
        </pc:sldMkLst>
        <pc:picChg chg="mod">
          <ac:chgData name="Matt Kolon" userId="23ffe71c-c649-46c6-9921-4f3dbcef114c" providerId="ADAL" clId="{32DA95FE-D28F-5133-8215-7E1EF71A87B9}" dt="2026-10-19T16:31:05.059" v="29" actId="14100"/>
          <ac:picMkLst>
            <pc:docMk/>
            <pc:sldMk cId="1384929238" sldId="260"/>
            <ac:picMk id="5" creationId="{D0CD87D2-A164-6417-3916-73796774CDB8}"/>
          </ac:picMkLst>
        </pc:picChg>
      </pc:sldChg>
      <pc:sldChg chg="modSp mod ord">
        <pc:chgData name="Matt Kolon" userId="23ffe71c-c649-46c6-9921-4f3dbcef114c" providerId="ADAL" clId="{32DA95FE-D28F-5133-8215-7E1EF71A87B9}" dt="2026-10-19T16:30:27.192" v="24" actId="14100"/>
        <pc:sldMkLst>
          <pc:docMk/>
          <pc:sldMk cId="1172335451" sldId="262"/>
        </pc:sldMkLst>
        <pc:picChg chg="mod">
          <ac:chgData name="Matt Kolon" userId="23ffe71c-c649-46c6-9921-4f3dbcef114c" providerId="ADAL" clId="{32DA95FE-D28F-5133-8215-7E1EF71A87B9}" dt="2026-10-19T16:30:27.192" v="24" actId="14100"/>
          <ac:picMkLst>
            <pc:docMk/>
            <pc:sldMk cId="1172335451" sldId="262"/>
            <ac:picMk id="4" creationId="{F5A8C92C-2AF6-5B6B-8707-BA1DA18D3A43}"/>
          </ac:picMkLst>
        </pc:picChg>
      </pc:sldChg>
      <pc:sldChg chg="ord">
        <pc:chgData name="Matt Kolon" userId="23ffe71c-c649-46c6-9921-4f3dbcef114c" providerId="ADAL" clId="{32DA95FE-D28F-5133-8215-7E1EF71A87B9}" dt="2026-10-16T16:40:24.577" v="5" actId="20578"/>
        <pc:sldMkLst>
          <pc:docMk/>
          <pc:sldMk cId="1517653842" sldId="263"/>
        </pc:sldMkLst>
      </pc:sldChg>
      <pc:sldChg chg="addSp delSp modSp mod ord">
        <pc:chgData name="Matt Kolon" userId="23ffe71c-c649-46c6-9921-4f3dbcef114c" providerId="ADAL" clId="{32DA95FE-D28F-5133-8215-7E1EF71A87B9}" dt="2026-10-19T18:12:09.706" v="37" actId="20578"/>
        <pc:sldMkLst>
          <pc:docMk/>
          <pc:sldMk cId="3639995054" sldId="265"/>
        </pc:sldMkLst>
        <pc:picChg chg="add mod">
          <ac:chgData name="Matt Kolon" userId="23ffe71c-c649-46c6-9921-4f3dbcef114c" providerId="ADAL" clId="{32DA95FE-D28F-5133-8215-7E1EF71A87B9}" dt="2026-10-19T16:30:02.093" v="21" actId="14100"/>
          <ac:picMkLst>
            <pc:docMk/>
            <pc:sldMk cId="3639995054" sldId="265"/>
            <ac:picMk id="5" creationId="{3DBBF89B-A698-EB8C-023B-7D237E48CD3E}"/>
          </ac:picMkLst>
        </pc:picChg>
      </pc:sldChg>
      <pc:sldChg chg="del">
        <pc:chgData name="Matt Kolon" userId="23ffe71c-c649-46c6-9921-4f3dbcef114c" providerId="ADAL" clId="{32DA95FE-D28F-5133-8215-7E1EF71A87B9}" dt="2026-10-19T16:29:29.719" v="15" actId="2696"/>
        <pc:sldMkLst>
          <pc:docMk/>
          <pc:sldMk cId="998147417" sldId="266"/>
        </pc:sldMkLst>
      </pc:sldChg>
      <pc:sldChg chg="del">
        <pc:chgData name="Matt Kolon" userId="23ffe71c-c649-46c6-9921-4f3dbcef114c" providerId="ADAL" clId="{32DA95FE-D28F-5133-8215-7E1EF71A87B9}" dt="2026-10-19T16:29:32.011" v="17" actId="2696"/>
        <pc:sldMkLst>
          <pc:docMk/>
          <pc:sldMk cId="737447833" sldId="267"/>
        </pc:sldMkLst>
      </pc:sldChg>
      <pc:sldChg chg="del">
        <pc:chgData name="Matt Kolon" userId="23ffe71c-c649-46c6-9921-4f3dbcef114c" providerId="ADAL" clId="{32DA95FE-D28F-5133-8215-7E1EF71A87B9}" dt="2026-10-19T16:29:31.334" v="16" actId="2696"/>
        <pc:sldMkLst>
          <pc:docMk/>
          <pc:sldMk cId="2254363762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11205-181A-6FA5-6752-DD8D11C5BE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4E71A0-383D-D180-2A88-95BF514267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F38A3-E935-81B8-0F39-D71FA561E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60935-877F-284B-A80A-5B9DAFDD2A83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DADA6-C9A7-C6CE-9404-74C3DE2BC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6632B-786B-A57D-805F-30A688ED5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3065-9BFE-FF4C-A6AC-00F22CA7A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653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1AFEB-57B0-213D-D9E8-7C0FDB424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3D67A-461B-7D3C-437D-62D580824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99E01-BFD0-6C78-6340-D7DFB4171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60935-877F-284B-A80A-5B9DAFDD2A83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7DC3F-9CA9-F66C-014D-A4E888763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D3EBC-C522-7726-DFBD-D3B18C358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3065-9BFE-FF4C-A6AC-00F22CA7A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920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A4E55-E912-B637-2196-BED98ADF7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BFCB0B-0293-AE4C-0D4D-19803ADF0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D3D60-79EB-32F7-3115-ADE0EEB85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60935-877F-284B-A80A-5B9DAFDD2A83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46F3E-ED7A-5572-AFEB-0D66BB93F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9C8D7-FA97-4C31-FD55-CBCFC2F61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3065-9BFE-FF4C-A6AC-00F22CA7A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418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2F52B-B23C-F7DC-C188-3FA571C49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94440-2052-2F15-836B-036D2FA0AE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6AC1E9-CE3D-8488-78D0-237C6D58D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966933-8F02-1D5A-6F46-5E32610F7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60935-877F-284B-A80A-5B9DAFDD2A83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067A3F-AC09-A3DF-905D-4698ED9A7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95C19E-1440-FA81-8154-753DA133B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3065-9BFE-FF4C-A6AC-00F22CA7A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801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E26DD-F3BA-A82A-1C27-345F1778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3E787-DD17-1DDA-E4A5-AA3AF1709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AED630-5177-F64C-F237-8B7FA5B09D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67F839-E69B-4A93-2A5E-E0EA7A8CCE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D77257-3B3F-AEF8-C718-CCCD22D6C6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AC4FE9-0303-27F1-D23F-46F0F0507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60935-877F-284B-A80A-5B9DAFDD2A83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24CBAC-5285-04A6-94FB-40088BB5F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94D520-8A62-8AE5-3015-64B2A4D33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3065-9BFE-FF4C-A6AC-00F22CA7A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654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237B6-7A1D-EB08-7DCC-D67C6C921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E862CA-1141-7EE4-AA2C-6FCEB322F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60935-877F-284B-A80A-5B9DAFDD2A83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603741-2636-F404-6AD9-01506CBA0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199487-6CCF-056E-5E0E-C0A78767F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3065-9BFE-FF4C-A6AC-00F22CA7A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578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D05DB9-CFA6-EF09-E5B8-35DA93B54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60935-877F-284B-A80A-5B9DAFDD2A83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84017-3A76-DF36-AF85-55E4EDE3D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85E33-FDDF-D9BB-5E66-D1261320A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3065-9BFE-FF4C-A6AC-00F22CA7A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825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0D2B1-A70A-9166-6D83-BE1A2CD22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D67D9-E42A-F1C3-4F69-9F52511A8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B738D3-6AB7-7B78-BC40-E6AF375A42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823D1-E742-F997-2BC8-83C6646E8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60935-877F-284B-A80A-5B9DAFDD2A83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05FA2-7F0C-E504-C070-E5EB5F9A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54B85D-31AC-9760-FCA4-2F1C8D6E1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3065-9BFE-FF4C-A6AC-00F22CA7A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53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5952B-9021-1DF6-07D5-AEE186FD5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7C4D42-17F0-0866-23FC-66C73A21C2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DCF856-75DB-85E2-FB18-20ED4D5278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1D95C-0AD6-0E00-72CF-09C2B74BF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60935-877F-284B-A80A-5B9DAFDD2A83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E1B507-FC30-7FD4-D3F9-FFDBBDF6C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6B02B7-C835-79D7-DA81-B4C5B9C2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3065-9BFE-FF4C-A6AC-00F22CA7A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854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BE11B-D770-3B5C-4D10-72F099760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3DD954-A4E6-E6C8-509F-33E50DDDE9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F1091-347C-6DF1-64D6-B36C9B255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60935-877F-284B-A80A-5B9DAFDD2A83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C84F9-2C12-64DD-E20D-7DD417FE1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7305A-2870-E624-1AC1-E712C6C0C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3065-9BFE-FF4C-A6AC-00F22CA7A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426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2715FA-47AB-DE93-B8E1-5D08A22831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71F8D7-A6E3-91CE-5836-ACC41C7171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6691A-95B9-5BC7-2DC1-7D7818678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60935-877F-284B-A80A-5B9DAFDD2A83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BB87A-97C1-1FB0-D22E-44964DED8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1FC00-85BC-B1E9-5252-1DADD7992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3065-9BFE-FF4C-A6AC-00F22CA7A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434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1CD869-45A4-0943-A631-7250D5E4C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697AE-B84D-9546-63BB-7BBC2DD00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71BB2-08B6-2302-3F8B-0ED21F2493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660935-877F-284B-A80A-5B9DAFDD2A83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ED5D5-9A88-4C12-C7DC-43624734FF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A91BB-4DEA-56BE-9BDA-9801EFACB7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F13065-9BFE-FF4C-A6AC-00F22CA7A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761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A3684D-8B6F-8C56-F89F-74DCCC94049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 rot="5400000">
            <a:off x="2535463" y="-2218168"/>
            <a:ext cx="6857999" cy="11294341"/>
          </a:xfrm>
        </p:spPr>
      </p:pic>
    </p:spTree>
    <p:extLst>
      <p:ext uri="{BB962C8B-B14F-4D97-AF65-F5344CB8AC3E}">
        <p14:creationId xmlns:p14="http://schemas.microsoft.com/office/powerpoint/2010/main" val="1523690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A8C92C-2AF6-5B6B-8707-BA1DA18D3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722120" y="-460729"/>
            <a:ext cx="6733418" cy="7767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335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783152-7C10-1E84-8E02-1232203E6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636" y="-1"/>
            <a:ext cx="10778592" cy="6974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653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cloud&#10;&#10;AI-generated content may be incorrect.">
            <a:extLst>
              <a:ext uri="{FF2B5EF4-FFF2-40B4-BE49-F238E27FC236}">
                <a16:creationId xmlns:a16="http://schemas.microsoft.com/office/drawing/2014/main" id="{3DBBF89B-A698-EB8C-023B-7D237E48CD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6200000">
            <a:off x="2347857" y="-347424"/>
            <a:ext cx="6825726" cy="7584141"/>
          </a:xfrm>
        </p:spPr>
      </p:pic>
    </p:spTree>
    <p:extLst>
      <p:ext uri="{BB962C8B-B14F-4D97-AF65-F5344CB8AC3E}">
        <p14:creationId xmlns:p14="http://schemas.microsoft.com/office/powerpoint/2010/main" val="3639995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CD87D2-A164-6417-3916-73796774CDB8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244609" y="42869"/>
            <a:ext cx="9642129" cy="6815131"/>
          </a:xfrm>
        </p:spPr>
      </p:pic>
    </p:spTree>
    <p:extLst>
      <p:ext uri="{BB962C8B-B14F-4D97-AF65-F5344CB8AC3E}">
        <p14:creationId xmlns:p14="http://schemas.microsoft.com/office/powerpoint/2010/main" val="1384929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2CD4F4-DA11-1FAA-E408-6BA93390AAE1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 rot="5400000">
            <a:off x="1990259" y="-3715321"/>
            <a:ext cx="9284104" cy="12088454"/>
          </a:xfrm>
        </p:spPr>
      </p:pic>
    </p:spTree>
    <p:extLst>
      <p:ext uri="{BB962C8B-B14F-4D97-AF65-F5344CB8AC3E}">
        <p14:creationId xmlns:p14="http://schemas.microsoft.com/office/powerpoint/2010/main" val="1576314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F6F64A-7407-F08B-20DB-ACF00EBE54D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635162" y="-80963"/>
            <a:ext cx="9815513" cy="6938963"/>
          </a:xfrm>
        </p:spPr>
      </p:pic>
    </p:spTree>
    <p:extLst>
      <p:ext uri="{BB962C8B-B14F-4D97-AF65-F5344CB8AC3E}">
        <p14:creationId xmlns:p14="http://schemas.microsoft.com/office/powerpoint/2010/main" val="686400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1878</TotalTime>
  <Words>0</Words>
  <Application>Microsoft Macintosh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Kolon</dc:creator>
  <cp:lastModifiedBy>Matt Kolon</cp:lastModifiedBy>
  <cp:revision>1</cp:revision>
  <cp:lastPrinted>2026-10-19T16:34:23Z</cp:lastPrinted>
  <dcterms:created xsi:type="dcterms:W3CDTF">2026-08-24T00:36:13Z</dcterms:created>
  <dcterms:modified xsi:type="dcterms:W3CDTF">2026-10-19T18:12:19Z</dcterms:modified>
</cp:coreProperties>
</file>